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lassys/Projects/climpire/public/claw-emp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507950"/>
            <a:ext cx="406301" cy="406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4352" y="615851"/>
            <a:ext cx="10105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Claw Empire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542538" y="639663"/>
            <a:ext cx="9571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11101" y="2403574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COMMAND YOUR AI AGENT EMPIRE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1101" y="2781300"/>
            <a:ext cx="10985194" cy="11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Claw Empire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711101" y="4152751"/>
            <a:ext cx="10985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2000"/>
              </a:spcBef>
              <a:buNone/>
            </a:pPr>
            <a:r>
              <a:rPr lang="en-US" sz="1800" dirty="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Local-first AI Agent Office Simulator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1101" y="5984974"/>
            <a:ext cx="4320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1101" y="6178600"/>
            <a:ext cx="4320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v1.0.8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50566" y="5984974"/>
            <a:ext cx="786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License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50566" y="6178600"/>
            <a:ext cx="78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37546" y="5984974"/>
            <a:ext cx="29984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937546" y="6178600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github.com/GreenSheep01201/claw-empire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4958358"/>
            <a:ext cx="36641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CLAW EMPIRE v1.0.8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1101" y="5364659"/>
            <a:ext cx="3664110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014466" y="1803648"/>
            <a:ext cx="64664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14466" y="1402110"/>
            <a:ext cx="368796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1416" y="1452860"/>
            <a:ext cx="1171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86413" y="1409998"/>
            <a:ext cx="601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Concept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14466" y="2565499"/>
            <a:ext cx="64664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4466" y="2163961"/>
            <a:ext cx="386358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1416" y="2214711"/>
            <a:ext cx="135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03974" y="2171849"/>
            <a:ext cx="599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Departments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14466" y="3327350"/>
            <a:ext cx="64664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4466" y="2925812"/>
            <a:ext cx="385911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1416" y="2976563"/>
            <a:ext cx="1346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03528" y="2933700"/>
            <a:ext cx="5994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Provider Orchestration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14466" y="4089202"/>
            <a:ext cx="64664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4466" y="3687663"/>
            <a:ext cx="392460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41416" y="3738414"/>
            <a:ext cx="141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10076" y="3695551"/>
            <a:ext cx="598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14466" y="4851053"/>
            <a:ext cx="64664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4466" y="4449514"/>
            <a:ext cx="385018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41416" y="4500265"/>
            <a:ext cx="1337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02635" y="4457402"/>
            <a:ext cx="5995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14466" y="5211366"/>
            <a:ext cx="391864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41416" y="5262116"/>
            <a:ext cx="140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09481" y="5219254"/>
            <a:ext cx="59888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Screenshots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701725"/>
            <a:ext cx="368796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752475"/>
            <a:ext cx="1171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32297" y="609600"/>
            <a:ext cx="209520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Concept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35494" y="747713"/>
            <a:ext cx="148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1101" y="2609404"/>
            <a:ext cx="5652751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 Desk for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1101" y="3239244"/>
            <a:ext cx="5652751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2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 Empire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11101" y="4072384"/>
            <a:ext cx="5652751" cy="96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Claw Empire is a local-first AI agent office simulator. Users take the role of CEO, directing autonomous AI coding agents through a pixel-art virtual office interface.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62614" y="1642170"/>
            <a:ext cx="4618137" cy="1317129"/>
          </a:xfrm>
          <a:prstGeom prst="roundRect">
            <a:avLst>
              <a:gd name="adj" fmla="val 1157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1964" y="1921520"/>
            <a:ext cx="4140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LOCAL-FIRST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41964" y="2184946"/>
            <a:ext cx="4140625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data stays on your machine. No cloud dependency. Full privacy.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62614" y="3162449"/>
            <a:ext cx="4618137" cy="1317129"/>
          </a:xfrm>
          <a:prstGeom prst="roundRect">
            <a:avLst>
              <a:gd name="adj" fmla="val 1157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41964" y="3441799"/>
            <a:ext cx="4140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PIXEL-ART OFFICE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41964" y="3705225"/>
            <a:ext cx="4140625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PixiJS 8 powered animated agents with retro pixel-art aesthetics.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62614" y="4682728"/>
            <a:ext cx="4618137" cy="1317129"/>
          </a:xfrm>
          <a:prstGeom prst="roundRect">
            <a:avLst>
              <a:gd name="adj" fmla="val 1157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1964" y="4962079"/>
            <a:ext cx="4140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MULTI-PROVIDER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41964" y="5225504"/>
            <a:ext cx="4140625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AI providers supported. Claude, Codex, Gemini, and more.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701725"/>
            <a:ext cx="386358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752475"/>
            <a:ext cx="135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49859" y="609600"/>
            <a:ext cx="23270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Departments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30434" y="747713"/>
            <a:ext cx="15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1101" y="1393775"/>
            <a:ext cx="3454450" cy="2325737"/>
          </a:xfrm>
          <a:prstGeom prst="roundRect">
            <a:avLst>
              <a:gd name="adj" fmla="val 546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0151" y="1393775"/>
            <a:ext cx="0" cy="2325737"/>
          </a:xfrm>
          <a:prstGeom prst="line">
            <a:avLst/>
          </a:prstGeom>
          <a:noFill/>
          <a:ln w="38100">
            <a:solidFill>
              <a:srgbClr val="FF6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4001" y="1698575"/>
            <a:ext cx="28628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54001" y="2963912"/>
            <a:ext cx="28628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4001" y="3252788"/>
            <a:ext cx="2862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&amp; Requirements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8701" y="1393775"/>
            <a:ext cx="3454450" cy="2325737"/>
          </a:xfrm>
          <a:prstGeom prst="roundRect">
            <a:avLst>
              <a:gd name="adj" fmla="val 546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87751" y="1393775"/>
            <a:ext cx="0" cy="232573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1601" y="1698575"/>
            <a:ext cx="28628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11601" y="2963912"/>
            <a:ext cx="28628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1601" y="3252788"/>
            <a:ext cx="2862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Implementation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26301" y="1393775"/>
            <a:ext cx="3454598" cy="2325737"/>
          </a:xfrm>
          <a:prstGeom prst="roundRect">
            <a:avLst>
              <a:gd name="adj" fmla="val 546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045351" y="1393775"/>
            <a:ext cx="0" cy="2325737"/>
          </a:xfrm>
          <a:prstGeom prst="line">
            <a:avLst/>
          </a:prstGeom>
          <a:noFill/>
          <a:ln w="38100">
            <a:solidFill>
              <a:srgbClr val="45B7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9201" y="1698575"/>
            <a:ext cx="28630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5B7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369201" y="2963912"/>
            <a:ext cx="28630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9201" y="3252788"/>
            <a:ext cx="28630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&amp; Visual Assets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101" y="3922663"/>
            <a:ext cx="3454450" cy="2325737"/>
          </a:xfrm>
          <a:prstGeom prst="roundRect">
            <a:avLst>
              <a:gd name="adj" fmla="val 546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30151" y="3922663"/>
            <a:ext cx="0" cy="2325737"/>
          </a:xfrm>
          <a:prstGeom prst="line">
            <a:avLst/>
          </a:prstGeom>
          <a:noFill/>
          <a:ln w="38100">
            <a:solidFill>
              <a:srgbClr val="F7DC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4001" y="4227463"/>
            <a:ext cx="28628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DC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1054001" y="5492800"/>
            <a:ext cx="28628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/ QC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4001" y="5781675"/>
            <a:ext cx="2862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Testing &amp; Quality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68701" y="3922663"/>
            <a:ext cx="3454450" cy="2325737"/>
          </a:xfrm>
          <a:prstGeom prst="roundRect">
            <a:avLst>
              <a:gd name="adj" fmla="val 546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87751" y="3922663"/>
            <a:ext cx="0" cy="2325737"/>
          </a:xfrm>
          <a:prstGeom prst="line">
            <a:avLst/>
          </a:prstGeom>
          <a:noFill/>
          <a:ln w="38100">
            <a:solidFill>
              <a:srgbClr val="BB8F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1601" y="4227463"/>
            <a:ext cx="28628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B8FC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4711601" y="5492800"/>
            <a:ext cx="28628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DevSecOps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11601" y="5781675"/>
            <a:ext cx="2862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&amp; 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26301" y="3922663"/>
            <a:ext cx="3454598" cy="2325737"/>
          </a:xfrm>
          <a:prstGeom prst="roundRect">
            <a:avLst>
              <a:gd name="adj" fmla="val 546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8045351" y="3922663"/>
            <a:ext cx="0" cy="232573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9201" y="4227463"/>
            <a:ext cx="28630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74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8369201" y="5492800"/>
            <a:ext cx="28630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69201" y="5781675"/>
            <a:ext cx="28630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Deployment &amp;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701725"/>
            <a:ext cx="381149" cy="234851"/>
          </a:xfrm>
          <a:prstGeom prst="roundRect">
            <a:avLst>
              <a:gd name="adj" fmla="val 21631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75247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44650" y="609600"/>
            <a:ext cx="44138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Provider Orchestration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39661" y="74771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1101" y="1384250"/>
            <a:ext cx="3454450" cy="2330500"/>
          </a:xfrm>
          <a:prstGeom prst="roundRect">
            <a:avLst>
              <a:gd name="adj" fmla="val 54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2122438"/>
            <a:ext cx="29017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5901" y="2557314"/>
            <a:ext cx="290174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Anthropic's Claude for advanced reasoning and code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68701" y="1384250"/>
            <a:ext cx="3454450" cy="2330500"/>
          </a:xfrm>
          <a:prstGeom prst="roundRect">
            <a:avLst>
              <a:gd name="adj" fmla="val 54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73501" y="2122438"/>
            <a:ext cx="29017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 CLI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73501" y="2557314"/>
            <a:ext cx="290174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Codex for efficient code completion and automation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26301" y="1384250"/>
            <a:ext cx="3454598" cy="2330500"/>
          </a:xfrm>
          <a:prstGeom prst="roundRect">
            <a:avLst>
              <a:gd name="adj" fmla="val 54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31101" y="2122438"/>
            <a:ext cx="290189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CLI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1101" y="2557314"/>
            <a:ext cx="290189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Gemini for multimodal understanding and generation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101" y="3917900"/>
            <a:ext cx="3454450" cy="2330500"/>
          </a:xfrm>
          <a:prstGeom prst="roundRect">
            <a:avLst>
              <a:gd name="adj" fmla="val 54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15901" y="4656088"/>
            <a:ext cx="29017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OpenCode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5901" y="5090964"/>
            <a:ext cx="290174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Open-source alternative for flexible AI-powered development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68701" y="3917900"/>
            <a:ext cx="3454450" cy="2330500"/>
          </a:xfrm>
          <a:prstGeom prst="roundRect">
            <a:avLst>
              <a:gd name="adj" fmla="val 54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73501" y="4656088"/>
            <a:ext cx="29017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Copilot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73501" y="5090964"/>
            <a:ext cx="290174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Microsoft's AI pair programmer with deep GitHub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26301" y="3917900"/>
            <a:ext cx="3454598" cy="2330500"/>
          </a:xfrm>
          <a:prstGeom prst="roundRect">
            <a:avLst>
              <a:gd name="adj" fmla="val 54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31101" y="4656088"/>
            <a:ext cx="290189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Antigravity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31101" y="5090964"/>
            <a:ext cx="290189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Specialized AI agent for innovative development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701725"/>
            <a:ext cx="392460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752475"/>
            <a:ext cx="141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55961" y="609600"/>
            <a:ext cx="20205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30434" y="747713"/>
            <a:ext cx="15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1101" y="1393775"/>
            <a:ext cx="5283250" cy="1123057"/>
          </a:xfrm>
          <a:prstGeom prst="roundRect">
            <a:avLst>
              <a:gd name="adj" fmla="val 1130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0451" y="1673126"/>
            <a:ext cx="48190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451" y="1993702"/>
            <a:ext cx="48190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Inbox, Planned, Collaborating, In Progress, Review, Done workflow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101" y="2719983"/>
            <a:ext cx="5283250" cy="1123057"/>
          </a:xfrm>
          <a:prstGeom prst="roundRect">
            <a:avLst>
              <a:gd name="adj" fmla="val 1130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0451" y="2999333"/>
            <a:ext cx="48190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 Directives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90451" y="3319909"/>
            <a:ext cx="48190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$-prefixed commands for direct agent control and task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101" y="4046190"/>
            <a:ext cx="5283250" cy="1123057"/>
          </a:xfrm>
          <a:prstGeom prst="roundRect">
            <a:avLst>
              <a:gd name="adj" fmla="val 1130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0451" y="4325541"/>
            <a:ext cx="48190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5B7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Worktree Isolation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0451" y="4646116"/>
            <a:ext cx="48190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Each agent works in its own isolated git worktree for safety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7501" y="1393775"/>
            <a:ext cx="5283398" cy="1123057"/>
          </a:xfrm>
          <a:prstGeom prst="roundRect">
            <a:avLst>
              <a:gd name="adj" fmla="val 1130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6851" y="1673126"/>
            <a:ext cx="4819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7DC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600+ Skills Library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6851" y="1993702"/>
            <a:ext cx="4819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Organized across 6 categories for comprehensive agent capabilities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7501" y="2719983"/>
            <a:ext cx="5283398" cy="1123057"/>
          </a:xfrm>
          <a:prstGeom prst="roundRect">
            <a:avLst>
              <a:gd name="adj" fmla="val 1130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76851" y="2999333"/>
            <a:ext cx="4819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B8FC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Meeting 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6851" y="3319909"/>
            <a:ext cx="4819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AI-generated meeting minutes with automatic task extraction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7501" y="4046190"/>
            <a:ext cx="5283398" cy="1123057"/>
          </a:xfrm>
          <a:prstGeom prst="roundRect">
            <a:avLst>
              <a:gd name="adj" fmla="val 1130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76851" y="4325541"/>
            <a:ext cx="4819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Multi-Language Support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6851" y="4646116"/>
            <a:ext cx="4819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EN, KO, JA, ZH with Telegram, Discord, Slack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701725"/>
            <a:ext cx="381149" cy="234851"/>
          </a:xfrm>
          <a:prstGeom prst="roundRect">
            <a:avLst>
              <a:gd name="adj" fmla="val 21631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75247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44650" y="609600"/>
            <a:ext cx="188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39661" y="74771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1101" y="1384250"/>
            <a:ext cx="5232499" cy="1823889"/>
          </a:xfrm>
          <a:prstGeom prst="roundRect">
            <a:avLst>
              <a:gd name="adj" fmla="val 696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0451" y="1663601"/>
            <a:ext cx="4767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F634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0451" y="1968401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Vite 7 + TypeScript 5.9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451" y="2288530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CSS 4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 styling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0451" y="2608659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PixiJS 8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 pixel art rendering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1101" y="3411289"/>
            <a:ext cx="5232499" cy="1823889"/>
          </a:xfrm>
          <a:prstGeom prst="roundRect">
            <a:avLst>
              <a:gd name="adj" fmla="val 696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0451" y="3690640"/>
            <a:ext cx="4767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0451" y="3995440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Express 5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Node.js &gt;= 22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0451" y="4315569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0451" y="4635698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real-time sync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8400" y="1384250"/>
            <a:ext cx="5232499" cy="1823889"/>
          </a:xfrm>
          <a:prstGeom prst="roundRect">
            <a:avLst>
              <a:gd name="adj" fmla="val 696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27750" y="1663601"/>
            <a:ext cx="4767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BB8FC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27750" y="1968401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AES-256-GCM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27750" y="2288530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Zod 4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validation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27750" y="2608659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Worktree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isolated execution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48400" y="3411289"/>
            <a:ext cx="5232499" cy="1823889"/>
          </a:xfrm>
          <a:prstGeom prst="roundRect">
            <a:avLst>
              <a:gd name="adj" fmla="val 696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27750" y="3690640"/>
            <a:ext cx="4767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F7DC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27750" y="3995440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pnpm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package manager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27750" y="4315569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ESLint + Prettier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quality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27750" y="4635698"/>
            <a:ext cx="4767274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 Gateway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messenger bridge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701725"/>
            <a:ext cx="391864" cy="244376"/>
          </a:xfrm>
          <a:prstGeom prst="roundRect">
            <a:avLst>
              <a:gd name="adj" fmla="val 20788"/>
            </a:avLst>
          </a:prstGeom>
          <a:solidFill>
            <a:srgbClr val="FF6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752475"/>
            <a:ext cx="140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55365" y="609600"/>
            <a:ext cx="18766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27755" y="747713"/>
            <a:ext cx="156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pic>
        <p:nvPicPr>
          <p:cNvPr id="6" name="Image 0" descr="/Users/classys/Projects/climpire/Sample_Img/Off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1292126"/>
            <a:ext cx="3505200" cy="2490788"/>
          </a:xfrm>
          <a:prstGeom prst="rect">
            <a:avLst/>
          </a:prstGeom>
        </p:spPr>
      </p:pic>
      <p:pic>
        <p:nvPicPr>
          <p:cNvPr id="7" name="Image 1" descr="/Users/classys/Projects/climpire/Sample_Img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51" y="1292126"/>
            <a:ext cx="3505349" cy="2490788"/>
          </a:xfrm>
          <a:prstGeom prst="rect">
            <a:avLst/>
          </a:prstGeom>
        </p:spPr>
      </p:pic>
      <p:pic>
        <p:nvPicPr>
          <p:cNvPr id="8" name="Image 2" descr="/Users/classys/Projects/climpire/Sample_Img/Kan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550" y="1292126"/>
            <a:ext cx="3505349" cy="2490788"/>
          </a:xfrm>
          <a:prstGeom prst="rect">
            <a:avLst/>
          </a:prstGeom>
        </p:spPr>
      </p:pic>
      <p:pic>
        <p:nvPicPr>
          <p:cNvPr id="9" name="Image 3" descr="/Users/classys/Projects/climpire/Sample_Img/Skil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01" y="3909864"/>
            <a:ext cx="3505200" cy="2490936"/>
          </a:xfrm>
          <a:prstGeom prst="rect">
            <a:avLst/>
          </a:prstGeom>
        </p:spPr>
      </p:pic>
      <p:pic>
        <p:nvPicPr>
          <p:cNvPr id="10" name="Image 4" descr="/Users/classys/Projects/climpire/Sample_Img/Meeting_Minut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51" y="3909864"/>
            <a:ext cx="3505349" cy="2490936"/>
          </a:xfrm>
          <a:prstGeom prst="rect">
            <a:avLst/>
          </a:prstGeom>
        </p:spPr>
      </p:pic>
      <p:pic>
        <p:nvPicPr>
          <p:cNvPr id="11" name="Image 5" descr="/Users/classys/Projects/climpire/Sample_Img/Repo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550" y="3909864"/>
            <a:ext cx="3505349" cy="2490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lassys/Projects/climpire/public/claw-emp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711101"/>
            <a:ext cx="406301" cy="406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4352" y="804714"/>
            <a:ext cx="9662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Claw Empire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1101" y="2764185"/>
            <a:ext cx="1098519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711101" y="3820716"/>
            <a:ext cx="109851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8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Command Your AI Agent Empire from the CEO Desk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1101" y="5743724"/>
            <a:ext cx="30392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1101" y="5946874"/>
            <a:ext cx="30392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github.com/GreenSheep01201/claw-empire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06689" y="5743724"/>
            <a:ext cx="7989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License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6689" y="5946874"/>
            <a:ext cx="7989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Apache 2.0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05873" y="5743724"/>
            <a:ext cx="430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05873" y="5946874"/>
            <a:ext cx="430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v1.0.8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2026-02-20T13:14:41Z</dcterms:created>
  <dcterms:modified xsi:type="dcterms:W3CDTF">2026-02-20T13:14:41Z</dcterms:modified>
</cp:coreProperties>
</file>